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78D7"/>
                </a:solidFill>
              </a:rPr>
              <a:t>Applied AI &amp; Robotics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Javon Darby</a:t>
            </a:r>
          </a:p>
          <a:p>
            <a:r>
              <a:rPr>
                <a:solidFill>
                  <a:srgbClr val="F0F0F0"/>
                </a:solidFill>
              </a:rPr>
              <a:t>Houston Community College</a:t>
            </a:r>
          </a:p>
          <a:p>
            <a:r>
              <a:rPr>
                <a:solidFill>
                  <a:srgbClr val="F0F0F0"/>
                </a:solidFill>
              </a:rPr>
              <a:t>Deep Learning (ITAI 2376)</a:t>
            </a:r>
          </a:p>
          <a:p>
            <a:r>
              <a:rPr>
                <a:solidFill>
                  <a:srgbClr val="F0F0F0"/>
                </a:solidFill>
              </a:rPr>
              <a:t>github.com/JavonDarby/Javon-Darby-AI-Portfolio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8D7"/>
                </a:solidFill>
              </a:rPr>
              <a:t>Professional Profile &amp; Technical Arsenal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Dedicated Applied AI and Robotics student focused on building scalable machine learning solutions from the ground up.</a:t>
            </a:r>
          </a:p>
          <a:p>
            <a:pPr/>
            <a:r>
              <a:rPr>
                <a:solidFill>
                  <a:srgbClr val="F0F0F0"/>
                </a:solidFill>
              </a:rPr>
              <a:t>Core Competencies:</a:t>
            </a:r>
          </a:p>
          <a:p>
            <a:pPr lvl="1"/>
            <a:r>
              <a:rPr>
                <a:solidFill>
                  <a:srgbClr val="F0F0F0"/>
                </a:solidFill>
              </a:rPr>
              <a:t>Deep Neural Networks (PyTorch, TensorFlow, Keras)</a:t>
            </a:r>
          </a:p>
          <a:p>
            <a:pPr lvl="1"/>
            <a:r>
              <a:rPr>
                <a:solidFill>
                  <a:srgbClr val="F0F0F0"/>
                </a:solidFill>
              </a:rPr>
              <a:t>Generative AI &amp; Probabilistic Diffusion Models</a:t>
            </a:r>
          </a:p>
          <a:p>
            <a:pPr lvl="1"/>
            <a:r>
              <a:rPr>
                <a:solidFill>
                  <a:srgbClr val="F0F0F0"/>
                </a:solidFill>
              </a:rPr>
              <a:t>Sequence Modeling (Transformers, LLMs, RNNs)</a:t>
            </a:r>
          </a:p>
          <a:p>
            <a:pPr lvl="1"/>
            <a:r>
              <a:rPr>
                <a:solidFill>
                  <a:srgbClr val="F0F0F0"/>
                </a:solidFill>
              </a:rPr>
              <a:t>Reinforcement Learning (Q-Learning, Gymnasium)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8D7"/>
                </a:solidFill>
              </a:rPr>
              <a:t>Featured Project: Generative Diffusion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Built a Denoising Diffusion Probabilistic Model (DDPM) entirely from scratch.</a:t>
            </a:r>
          </a:p>
          <a:p>
            <a:pPr lvl="1"/>
            <a:r>
              <a:rPr>
                <a:solidFill>
                  <a:srgbClr val="F0F0F0"/>
                </a:solidFill>
              </a:rPr>
              <a:t>Engineered a deep Convolutional U-Net architecture in PyTorch.</a:t>
            </a:r>
          </a:p>
          <a:p>
            <a:pPr lvl="1"/>
            <a:r>
              <a:rPr>
                <a:solidFill>
                  <a:srgbClr val="F0F0F0"/>
                </a:solidFill>
              </a:rPr>
              <a:t>Implemented forward (noise injection) and reverse (denoising) mathematical processes.</a:t>
            </a:r>
          </a:p>
          <a:p>
            <a:pPr lvl="1"/>
            <a:r>
              <a:rPr>
                <a:solidFill>
                  <a:srgbClr val="F0F0F0"/>
                </a:solidFill>
              </a:rPr>
              <a:t>Integrated Sinusoidal Positional Embeddings for timestep conditioning.</a:t>
            </a:r>
          </a:p>
          <a:p>
            <a:pPr lvl="1"/>
            <a:r>
              <a:rPr>
                <a:solidFill>
                  <a:srgbClr val="F0F0F0"/>
                </a:solidFill>
              </a:rPr>
              <a:t>Result: Successfully generated clear, high-fidelity digits from pure Gaussian noise, demonstrating mastery of modern generative AI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78D7"/>
                </a:solidFill>
              </a:rPr>
              <a:t>Featured Project: Autonomous RL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Trained a Reinforcement Learning agent to solve the CartPole physics environment.</a:t>
            </a:r>
          </a:p>
          <a:p>
            <a:pPr lvl="1"/>
            <a:r>
              <a:rPr>
                <a:solidFill>
                  <a:srgbClr val="F0F0F0"/>
                </a:solidFill>
              </a:rPr>
              <a:t>Designed and implemented a Q-Learning algorithm from fundamental Bellman equations.</a:t>
            </a:r>
          </a:p>
          <a:p>
            <a:pPr lvl="1"/>
            <a:r>
              <a:rPr>
                <a:solidFill>
                  <a:srgbClr val="F0F0F0"/>
                </a:solidFill>
              </a:rPr>
              <a:t>Utilized Gymnasium for environment simulation and state-space discretization.</a:t>
            </a:r>
          </a:p>
          <a:p>
            <a:pPr lvl="1"/>
            <a:r>
              <a:rPr>
                <a:solidFill>
                  <a:srgbClr val="F0F0F0"/>
                </a:solidFill>
              </a:rPr>
              <a:t>Engineered an Epsilon-Greedy policy to balance exploration and exploitation.</a:t>
            </a:r>
          </a:p>
          <a:p>
            <a:pPr lvl="1"/>
            <a:r>
              <a:rPr>
                <a:solidFill>
                  <a:srgbClr val="F0F0F0"/>
                </a:solidFill>
              </a:rPr>
              <a:t>Result: Agent transitioned from random failures to a converged optimal policy, surviving the maximum 500 steps per episode.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78D7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0F0F0"/>
                </a:solidFill>
              </a:rPr>
              <a:t>Please visit my GitHub to review the complete source code and documentation.</a:t>
            </a:r>
          </a:p>
          <a:p/>
          <a:p>
            <a:r>
              <a:rPr>
                <a:solidFill>
                  <a:srgbClr val="F0F0F0"/>
                </a:solidFill>
              </a:rPr>
              <a:t>github.com/JavonDarby/Javon-Darby-AI-Portfolio</a:t>
            </a:r>
          </a:p>
          <a:p/>
          <a:p>
            <a:r>
              <a:rPr>
                <a:solidFill>
                  <a:srgbClr val="F0F0F0"/>
                </a:solidFill>
              </a:rPr>
              <a:t>Javon Darby | Houston Community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